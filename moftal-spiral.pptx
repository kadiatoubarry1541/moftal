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84248" y="91440"/>
            <a:ext cx="8229600" cy="6675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Moftal — Spirale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Astuce PowerPoint : Clic droit sur l'image → "Convertir en forme" pour éditer chaque élément séparément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2026-06-19T12:59:38Z</dcterms:created>
  <dcterms:modified xsi:type="dcterms:W3CDTF">2026-06-19T12:59:38Z</dcterms:modified>
</cp:coreProperties>
</file>